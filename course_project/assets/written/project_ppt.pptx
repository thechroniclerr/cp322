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6"/>
  </p:notesMasterIdLst>
  <p:sldIdLst>
    <p:sldId id="256" r:id="rId2"/>
    <p:sldId id="257" r:id="rId3"/>
    <p:sldId id="258" r:id="rId4"/>
    <p:sldId id="259" r:id="rId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77408" autoAdjust="0"/>
  </p:normalViewPr>
  <p:slideViewPr>
    <p:cSldViewPr snapToGrid="0">
      <p:cViewPr varScale="1">
        <p:scale>
          <a:sx n="80" d="100"/>
          <a:sy n="80" d="100"/>
        </p:scale>
        <p:origin x="132" y="31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CA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6BB87BE-A500-4D48-A8AF-B05A029F14F0}" type="datetimeFigureOut">
              <a:rPr lang="en-CA" smtClean="0"/>
              <a:t>2026-03-14</a:t>
            </a:fld>
            <a:endParaRPr lang="en-CA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CA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C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E5F7DA9-D6BC-4519-B0FD-C1D5B43D3D2D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46549853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include logical partitioning of the work among the team members: who championed which technical part?</a:t>
            </a:r>
            <a:endParaRPr lang="en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E5F7DA9-D6BC-4519-B0FD-C1D5B43D3D2D}" type="slidenum">
              <a:rPr lang="en-CA" smtClean="0"/>
              <a:t>3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61768880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 report would include:</a:t>
            </a:r>
          </a:p>
          <a:p>
            <a:pPr marL="171450" indent="-171450">
              <a:buFontTx/>
              <a:buChar char="-"/>
            </a:pP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 brief description of the project and data set</a:t>
            </a:r>
          </a:p>
          <a:p>
            <a:pPr marL="171450" indent="-171450">
              <a:buFontTx/>
              <a:buChar char="-"/>
            </a:pP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data processing and cleaning procedure</a:t>
            </a:r>
          </a:p>
          <a:p>
            <a:pPr marL="171450" indent="-171450">
              <a:buFontTx/>
              <a:buChar char="-"/>
            </a:pP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plots and figures</a:t>
            </a:r>
          </a:p>
          <a:p>
            <a:pPr marL="171450" indent="-171450">
              <a:buFontTx/>
              <a:buChar char="-"/>
            </a:pP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explaining the method you used to build a model</a:t>
            </a:r>
          </a:p>
          <a:p>
            <a:pPr marL="171450" indent="-171450">
              <a:buFontTx/>
              <a:buChar char="-"/>
            </a:pP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evaluation of your model’s performance.</a:t>
            </a:r>
            <a:endParaRPr lang="en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E5F7DA9-D6BC-4519-B0FD-C1D5B43D3D2D}" type="slidenum">
              <a:rPr lang="en-CA" smtClean="0"/>
              <a:t>4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76455035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Pr>
        <a:solidFill>
          <a:schemeClr val="bg2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261872" y="758952"/>
            <a:ext cx="9418320" cy="4041648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7200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61872" y="4800600"/>
            <a:ext cx="9418320" cy="1691640"/>
          </a:xfrm>
        </p:spPr>
        <p:txBody>
          <a:bodyPr>
            <a:normAutofit/>
          </a:bodyPr>
          <a:lstStyle>
            <a:lvl1pPr marL="0" indent="0" algn="l">
              <a:buNone/>
              <a:defRPr sz="2200" baseline="0">
                <a:solidFill>
                  <a:schemeClr val="tx1">
                    <a:lumMod val="75000"/>
                  </a:schemeClr>
                </a:solidFill>
              </a:defRPr>
            </a:lvl1pPr>
            <a:lvl2pPr marL="457200" indent="0" algn="ctr">
              <a:buNone/>
              <a:defRPr sz="2200"/>
            </a:lvl2pPr>
            <a:lvl3pPr marL="914400" indent="0" algn="ctr">
              <a:buNone/>
              <a:defRPr sz="22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50000"/>
                  </a:schemeClr>
                </a:solidFill>
              </a:defRPr>
            </a:lvl1pPr>
          </a:lstStyle>
          <a:p>
            <a:fld id="{96F4F2DC-FA64-418A-B68F-60047B730A7E}" type="datetimeFigureOut">
              <a:rPr lang="en-CA" smtClean="0"/>
              <a:t>2026-03-14</a:t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65000"/>
                  </a:schemeClr>
                </a:solidFill>
              </a:defRPr>
            </a:lvl1pPr>
          </a:lstStyle>
          <a:p>
            <a:endParaRPr lang="en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65000"/>
                  </a:schemeClr>
                </a:solidFill>
              </a:defRPr>
            </a:lvl1pPr>
          </a:lstStyle>
          <a:p>
            <a:fld id="{8677E33A-138D-42F2-8893-B58BE349BCF1}" type="slidenum">
              <a:rPr lang="en-CA" smtClean="0"/>
              <a:t>‹#›</a:t>
            </a:fld>
            <a:endParaRPr lang="en-CA"/>
          </a:p>
        </p:txBody>
      </p:sp>
      <p:sp>
        <p:nvSpPr>
          <p:cNvPr id="7" name="Rectangle 6"/>
          <p:cNvSpPr/>
          <p:nvPr/>
        </p:nvSpPr>
        <p:spPr>
          <a:xfrm>
            <a:off x="0" y="0"/>
            <a:ext cx="4572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322670022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F4F2DC-FA64-418A-B68F-60047B730A7E}" type="datetimeFigureOut">
              <a:rPr lang="en-CA" smtClean="0"/>
              <a:t>2026-03-14</a:t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77E33A-138D-42F2-8893-B58BE349BCF1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61773908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61872" y="758952"/>
            <a:ext cx="9418320" cy="4041648"/>
          </a:xfrm>
        </p:spPr>
        <p:txBody>
          <a:bodyPr anchor="b">
            <a:normAutofit/>
          </a:bodyPr>
          <a:lstStyle>
            <a:lvl1pPr>
              <a:lnSpc>
                <a:spcPct val="85000"/>
              </a:lnSpc>
              <a:defRPr sz="72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61872" y="4800600"/>
            <a:ext cx="9418320" cy="1691640"/>
          </a:xfrm>
        </p:spPr>
        <p:txBody>
          <a:bodyPr anchor="t">
            <a:normAutofit/>
          </a:bodyPr>
          <a:lstStyle>
            <a:lvl1pPr marL="0" indent="0">
              <a:buNone/>
              <a:defRPr sz="22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F4F2DC-FA64-418A-B68F-60047B730A7E}" type="datetimeFigureOut">
              <a:rPr lang="en-CA" smtClean="0"/>
              <a:t>2026-03-14</a:t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77E33A-138D-42F2-8893-B58BE349BCF1}" type="slidenum">
              <a:rPr lang="en-CA" smtClean="0"/>
              <a:t>‹#›</a:t>
            </a:fld>
            <a:endParaRPr lang="en-CA"/>
          </a:p>
        </p:txBody>
      </p:sp>
      <p:sp>
        <p:nvSpPr>
          <p:cNvPr id="7" name="Rectangle 6"/>
          <p:cNvSpPr/>
          <p:nvPr/>
        </p:nvSpPr>
        <p:spPr>
          <a:xfrm>
            <a:off x="0" y="0"/>
            <a:ext cx="4572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177774383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61872" y="1828800"/>
            <a:ext cx="4480560" cy="4351337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26480" y="1828800"/>
            <a:ext cx="4480560" cy="4351337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F4F2DC-FA64-418A-B68F-60047B730A7E}" type="datetimeFigureOut">
              <a:rPr lang="en-CA" smtClean="0"/>
              <a:t>2026-03-14</a:t>
            </a:fld>
            <a:endParaRPr lang="en-C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77E33A-138D-42F2-8893-B58BE349BCF1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16307959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61872" y="1713655"/>
            <a:ext cx="4480560" cy="731520"/>
          </a:xfrm>
        </p:spPr>
        <p:txBody>
          <a:bodyPr anchor="b">
            <a:normAutofit/>
          </a:bodyPr>
          <a:lstStyle>
            <a:lvl1pPr marL="0" indent="0">
              <a:spcBef>
                <a:spcPts val="0"/>
              </a:spcBef>
              <a:buNone/>
              <a:defRPr sz="2000" b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61872" y="2507550"/>
            <a:ext cx="4480560" cy="366465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26480" y="1713655"/>
            <a:ext cx="4480560" cy="731520"/>
          </a:xfrm>
        </p:spPr>
        <p:txBody>
          <a:bodyPr anchor="b">
            <a:normAutofit/>
          </a:bodyPr>
          <a:lstStyle>
            <a:lvl1pPr marL="0" indent="0">
              <a:lnSpc>
                <a:spcPct val="95000"/>
              </a:lnSpc>
              <a:spcBef>
                <a:spcPts val="0"/>
              </a:spcBef>
              <a:buNone/>
              <a:defRPr lang="en-US" sz="2000" b="0" kern="1200" dirty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2000"/>
              </a:spcBef>
              <a:buFontTx/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26480" y="2507550"/>
            <a:ext cx="4480560" cy="366465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F4F2DC-FA64-418A-B68F-60047B730A7E}" type="datetimeFigureOut">
              <a:rPr lang="en-CA" smtClean="0"/>
              <a:t>2026-03-14</a:t>
            </a:fld>
            <a:endParaRPr lang="en-CA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77E33A-138D-42F2-8893-B58BE349BCF1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99440516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F4F2DC-FA64-418A-B68F-60047B730A7E}" type="datetimeFigureOut">
              <a:rPr lang="en-CA" smtClean="0"/>
              <a:t>2026-03-14</a:t>
            </a:fld>
            <a:endParaRPr lang="en-CA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77E33A-138D-42F2-8893-B58BE349BCF1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18215241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F4F2DC-FA64-418A-B68F-60047B730A7E}" type="datetimeFigureOut">
              <a:rPr lang="en-CA" smtClean="0"/>
              <a:t>2026-03-14</a:t>
            </a:fld>
            <a:endParaRPr lang="en-CA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77E33A-138D-42F2-8893-B58BE349BCF1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20436973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1248" y="457200"/>
            <a:ext cx="3200400" cy="1600197"/>
          </a:xfrm>
        </p:spPr>
        <p:txBody>
          <a:bodyPr anchor="b">
            <a:normAutofit/>
          </a:bodyPr>
          <a:lstStyle>
            <a:lvl1pPr>
              <a:defRPr sz="3200" b="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04267" y="685800"/>
            <a:ext cx="6079066" cy="548640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1248" y="2099734"/>
            <a:ext cx="3200400" cy="3810001"/>
          </a:xfrm>
        </p:spPr>
        <p:txBody>
          <a:bodyPr>
            <a:normAutofit/>
          </a:bodyPr>
          <a:lstStyle>
            <a:lvl1pPr marL="0" indent="0">
              <a:lnSpc>
                <a:spcPct val="114000"/>
              </a:lnSpc>
              <a:spcBef>
                <a:spcPts val="800"/>
              </a:spcBef>
              <a:buNone/>
              <a:defRPr sz="13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F4F2DC-FA64-418A-B68F-60047B730A7E}" type="datetimeFigureOut">
              <a:rPr lang="en-CA" smtClean="0"/>
              <a:t>2026-03-14</a:t>
            </a:fld>
            <a:endParaRPr lang="en-C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77E33A-138D-42F2-8893-B58BE349BCF1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218167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5105400"/>
            <a:ext cx="11292840" cy="17526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5257800"/>
            <a:ext cx="9982200" cy="914400"/>
          </a:xfrm>
        </p:spPr>
        <p:txBody>
          <a:bodyPr anchor="b">
            <a:normAutofit/>
          </a:bodyPr>
          <a:lstStyle>
            <a:lvl1pPr>
              <a:defRPr sz="2800" b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0"/>
            <a:ext cx="11292840" cy="5128923"/>
          </a:xfrm>
          <a:solidFill>
            <a:schemeClr val="accent1"/>
          </a:solidFill>
        </p:spPr>
        <p:txBody>
          <a:bodyPr anchor="t"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4400" y="6108589"/>
            <a:ext cx="9982200" cy="597011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800"/>
              </a:spcBef>
              <a:buNone/>
              <a:defRPr sz="1300">
                <a:solidFill>
                  <a:schemeClr val="bg1">
                    <a:lumMod val="85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F4F2DC-FA64-418A-B68F-60047B730A7E}" type="datetimeFigureOut">
              <a:rPr lang="en-CA" smtClean="0"/>
              <a:t>2026-03-14</a:t>
            </a:fld>
            <a:endParaRPr lang="en-C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77E33A-138D-42F2-8893-B58BE349BCF1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83482445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F4F2DC-FA64-418A-B68F-60047B730A7E}" type="datetimeFigureOut">
              <a:rPr lang="en-CA" smtClean="0"/>
              <a:t>2026-03-14</a:t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77E33A-138D-42F2-8893-B58BE349BCF1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57843508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48700" y="381000"/>
            <a:ext cx="2476500" cy="5897562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62000" y="381000"/>
            <a:ext cx="7734300" cy="5897562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F4F2DC-FA64-418A-B68F-60047B730A7E}" type="datetimeFigureOut">
              <a:rPr lang="en-CA" smtClean="0"/>
              <a:t>2026-03-14</a:t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77E33A-138D-42F2-8893-B58BE349BCF1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90245805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1292840" y="0"/>
            <a:ext cx="914400" cy="6858000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61872" y="365760"/>
            <a:ext cx="9692640" cy="1325562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61872" y="1828800"/>
            <a:ext cx="8595360" cy="435133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16200000">
            <a:off x="10797542" y="998537"/>
            <a:ext cx="19049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 b="0">
                <a:solidFill>
                  <a:schemeClr val="tx2">
                    <a:lumMod val="20000"/>
                    <a:lumOff val="80000"/>
                  </a:schemeClr>
                </a:solidFill>
              </a:defRPr>
            </a:lvl1pPr>
          </a:lstStyle>
          <a:p>
            <a:fld id="{96F4F2DC-FA64-418A-B68F-60047B730A7E}" type="datetimeFigureOut">
              <a:rPr lang="en-CA" smtClean="0"/>
              <a:t>2026-03-14</a:t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16200000">
            <a:off x="9959341" y="4046537"/>
            <a:ext cx="3581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2">
                    <a:lumMod val="20000"/>
                    <a:lumOff val="80000"/>
                  </a:schemeClr>
                </a:solidFill>
              </a:defRPr>
            </a:lvl1pPr>
          </a:lstStyle>
          <a:p>
            <a:endParaRPr lang="en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292840" y="6172200"/>
            <a:ext cx="914400" cy="593725"/>
          </a:xfrm>
          <a:prstGeom prst="rect">
            <a:avLst/>
          </a:prstGeom>
        </p:spPr>
        <p:txBody>
          <a:bodyPr vert="horz" lIns="45720" tIns="45720" rIns="45720" bIns="45720" rtlCol="0" anchor="ctr">
            <a:normAutofit/>
          </a:bodyPr>
          <a:lstStyle>
            <a:lvl1pPr algn="ctr">
              <a:defRPr sz="3600">
                <a:solidFill>
                  <a:schemeClr val="tx2">
                    <a:lumMod val="60000"/>
                    <a:lumOff val="40000"/>
                  </a:schemeClr>
                </a:solidFill>
              </a:defRPr>
            </a:lvl1pPr>
          </a:lstStyle>
          <a:p>
            <a:fld id="{8677E33A-138D-42F2-8893-B58BE349BCF1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11245535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 spc="-50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82880" indent="-182880" algn="l" defTabSz="914400" rtl="0" eaLnBrk="1" latinLnBrk="0" hangingPunct="1">
        <a:lnSpc>
          <a:spcPct val="95000"/>
        </a:lnSpc>
        <a:spcBef>
          <a:spcPts val="1400"/>
        </a:spcBef>
        <a:spcAft>
          <a:spcPts val="200"/>
        </a:spcAft>
        <a:buClr>
          <a:schemeClr val="accent1"/>
        </a:buClr>
        <a:buSzPct val="80000"/>
        <a:buFont typeface="Arial" pitchFamily="34" charset="0"/>
        <a:buChar char="•"/>
        <a:defRPr sz="1800" kern="1200" spc="10" baseline="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18288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2pPr>
      <a:lvl3pPr marL="731520" indent="-18288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3pPr>
      <a:lvl4pPr marL="1005840" indent="-18288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4pPr>
      <a:lvl5pPr marL="1280160" indent="-18288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5pPr>
      <a:lvl6pPr marL="1600000" indent="-22860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6pPr>
      <a:lvl7pPr marL="1900000" indent="-22860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7pPr>
      <a:lvl8pPr marL="2200000" indent="-22860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8pPr>
      <a:lvl9pPr marL="2500000" indent="-22860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76607A-B3FD-E270-8E30-0D988AE46D7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CA" dirty="0"/>
              <a:t>???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6A4BAC8-FA5C-2A48-02A2-67EA2CF36ED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CA" dirty="0"/>
              <a:t>CP322, Machine Learning</a:t>
            </a:r>
          </a:p>
          <a:p>
            <a:r>
              <a:rPr lang="en-CA" dirty="0"/>
              <a:t>Hubert Bao - 169077248</a:t>
            </a:r>
          </a:p>
        </p:txBody>
      </p:sp>
    </p:spTree>
    <p:extLst>
      <p:ext uri="{BB962C8B-B14F-4D97-AF65-F5344CB8AC3E}">
        <p14:creationId xmlns:p14="http://schemas.microsoft.com/office/powerpoint/2010/main" val="141477998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870882-7781-1923-E789-F42FC9E41A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Table of Content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5FE7AC7-BAE7-723A-2949-01FE41AC435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99225081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26CA3A-7D5D-57C7-7FAD-3A06CE5CE9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Timeline</a:t>
            </a:r>
          </a:p>
        </p:txBody>
      </p:sp>
    </p:spTree>
    <p:extLst>
      <p:ext uri="{BB962C8B-B14F-4D97-AF65-F5344CB8AC3E}">
        <p14:creationId xmlns:p14="http://schemas.microsoft.com/office/powerpoint/2010/main" val="401207869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7C9585-6051-B90B-F08C-E1AF36D6B9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Contents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A546352-4481-D686-BF83-2AEB024D245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428521031"/>
      </p:ext>
    </p:extLst>
  </p:cSld>
  <p:clrMapOvr>
    <a:masterClrMapping/>
  </p:clrMapOvr>
</p:sld>
</file>

<file path=ppt/theme/theme1.xml><?xml version="1.0" encoding="utf-8"?>
<a:theme xmlns:a="http://schemas.openxmlformats.org/drawingml/2006/main" name="View">
  <a:themeElements>
    <a:clrScheme name="View">
      <a:dk1>
        <a:srgbClr val="000000"/>
      </a:dk1>
      <a:lt1>
        <a:srgbClr val="FFFFFF"/>
      </a:lt1>
      <a:dk2>
        <a:srgbClr val="46464A"/>
      </a:dk2>
      <a:lt2>
        <a:srgbClr val="D6D3CC"/>
      </a:lt2>
      <a:accent1>
        <a:srgbClr val="6F6F74"/>
      </a:accent1>
      <a:accent2>
        <a:srgbClr val="92A9B9"/>
      </a:accent2>
      <a:accent3>
        <a:srgbClr val="A7B789"/>
      </a:accent3>
      <a:accent4>
        <a:srgbClr val="B9A489"/>
      </a:accent4>
      <a:accent5>
        <a:srgbClr val="8D6374"/>
      </a:accent5>
      <a:accent6>
        <a:srgbClr val="9B7362"/>
      </a:accent6>
      <a:hlink>
        <a:srgbClr val="67AABF"/>
      </a:hlink>
      <a:folHlink>
        <a:srgbClr val="ABAFA5"/>
      </a:folHlink>
    </a:clrScheme>
    <a:fontScheme name="View">
      <a:majorFont>
        <a:latin typeface="Century Schoolbook" panose="020406040505050203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Schoolbook" panose="020406040505050203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View">
      <a:fillStyleLst>
        <a:solidFill>
          <a:schemeClr val="phClr"/>
        </a:solidFill>
        <a:solidFill>
          <a:schemeClr val="phClr">
            <a:tint val="60000"/>
            <a:satMod val="120000"/>
          </a:schemeClr>
        </a:solidFill>
        <a:solidFill>
          <a:schemeClr val="phClr">
            <a:shade val="75000"/>
            <a:satMod val="16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3970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95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15240" dir="5400000" algn="tl" rotWithShape="0">
              <a:srgbClr val="000000">
                <a:alpha val="75000"/>
              </a:srgbClr>
            </a:outerShdw>
          </a:effectLst>
          <a:scene3d>
            <a:camera prst="orthographicFront">
              <a:rot lat="0" lon="0" rev="0"/>
            </a:camera>
            <a:lightRig rig="brightRoom" dir="tl"/>
          </a:scene3d>
          <a:sp3d contourW="9525" prstMaterial="flat">
            <a:bevelT w="0" h="0" prst="coolSlant"/>
            <a:contourClr>
              <a:schemeClr val="phClr">
                <a:shade val="35000"/>
                <a:satMod val="130000"/>
              </a:schemeClr>
            </a:contourClr>
          </a:sp3d>
        </a:effectStyle>
        <a:effectStyle>
          <a:effectLst>
            <a:outerShdw blurRad="76200" dist="25400" dir="5400000" algn="tl" rotWithShape="0">
              <a:srgbClr val="000000">
                <a:alpha val="55000"/>
              </a:srgbClr>
            </a:outerShdw>
          </a:effectLst>
          <a:scene3d>
            <a:camera prst="orthographicFront">
              <a:rot lat="0" lon="0" rev="0"/>
            </a:camera>
            <a:lightRig rig="brightRoom" dir="tl"/>
          </a:scene3d>
          <a:sp3d contourW="19050" prstMaterial="flat">
            <a:bevelT w="0" h="0" prst="coolSlant"/>
            <a:contourClr>
              <a:schemeClr val="phClr">
                <a:shade val="25000"/>
                <a:satMod val="140000"/>
              </a:schemeClr>
            </a:contourClr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4000"/>
                <a:shade val="98000"/>
                <a:satMod val="130000"/>
                <a:lumMod val="102000"/>
              </a:schemeClr>
            </a:gs>
            <a:gs pos="100000">
              <a:schemeClr val="phClr">
                <a:tint val="98000"/>
                <a:shade val="78000"/>
                <a:satMod val="140000"/>
              </a:schemeClr>
            </a:gs>
          </a:gsLst>
          <a:path path="circle">
            <a:fillToRect l="100000" t="10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View" id="{BA0EB5A6-F2D4-4F82-977B-64ADEE4A2A69}" vid="{3969A8A2-35DB-4E3B-8885-16FD20568674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TM03457515[[fn=View]]</Template>
  <TotalTime>8</TotalTime>
  <Words>71</Words>
  <Application>Microsoft Office PowerPoint</Application>
  <PresentationFormat>Widescreen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9" baseType="lpstr">
      <vt:lpstr>Aptos</vt:lpstr>
      <vt:lpstr>Arial</vt:lpstr>
      <vt:lpstr>Century Schoolbook</vt:lpstr>
      <vt:lpstr>Wingdings 2</vt:lpstr>
      <vt:lpstr>View</vt:lpstr>
      <vt:lpstr>???</vt:lpstr>
      <vt:lpstr>Table of Content</vt:lpstr>
      <vt:lpstr>Timeline</vt:lpstr>
      <vt:lpstr>Contents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Hubert Bao</dc:creator>
  <cp:lastModifiedBy>Hubert Bao</cp:lastModifiedBy>
  <cp:revision>1</cp:revision>
  <dcterms:created xsi:type="dcterms:W3CDTF">2026-03-14T20:59:50Z</dcterms:created>
  <dcterms:modified xsi:type="dcterms:W3CDTF">2026-03-14T21:08:15Z</dcterms:modified>
</cp:coreProperties>
</file>